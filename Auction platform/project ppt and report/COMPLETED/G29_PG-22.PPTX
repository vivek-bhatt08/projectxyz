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  <p:sldId id="267" r:id="rId3"/>
    <p:sldId id="271" r:id="rId4"/>
    <p:sldId id="273" r:id="rId5"/>
    <p:sldId id="272" r:id="rId6"/>
    <p:sldId id="274" r:id="rId7"/>
    <p:sldId id="275" r:id="rId8"/>
    <p:sldId id="428" r:id="rId9"/>
    <p:sldId id="429" r:id="rId10"/>
    <p:sldId id="431" r:id="rId11"/>
    <p:sldId id="432" r:id="rId12"/>
    <p:sldId id="277" r:id="rId13"/>
    <p:sldId id="278" r:id="rId14"/>
    <p:sldId id="279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>
      <p:cViewPr varScale="1">
        <p:scale>
          <a:sx n="78" d="100"/>
          <a:sy n="78" d="100"/>
        </p:scale>
        <p:origin x="161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628800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 Black" pitchFamily="34" charset="0"/>
              </a:rPr>
              <a:t>Front End Engineering-I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2195736" y="2852936"/>
            <a:ext cx="5112568" cy="2800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u="sng" dirty="0"/>
              <a:t>Team Details:</a:t>
            </a:r>
          </a:p>
          <a:p>
            <a:r>
              <a:rPr lang="en-US" dirty="0"/>
              <a:t>Vivek bhatt</a:t>
            </a:r>
          </a:p>
          <a:p>
            <a:r>
              <a:rPr lang="en-US" dirty="0" err="1"/>
              <a:t>Vrinda</a:t>
            </a:r>
            <a:r>
              <a:rPr lang="en-US" dirty="0"/>
              <a:t> </a:t>
            </a:r>
            <a:r>
              <a:rPr lang="en-US" dirty="0" err="1"/>
              <a:t>garg</a:t>
            </a:r>
            <a:endParaRPr lang="en-US" dirty="0"/>
          </a:p>
          <a:p>
            <a:r>
              <a:rPr lang="en-US" dirty="0"/>
              <a:t>Yash </a:t>
            </a:r>
            <a:r>
              <a:rPr lang="en-US" dirty="0" err="1"/>
              <a:t>chauhan</a:t>
            </a:r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Faculty Coordinator: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DR. RATANDEEP ANEJA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 Institute of Engineering and Technology, </a:t>
            </a: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University, Punjab</a:t>
            </a:r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69127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772816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Runway Ready is a dynamic auction platform designed to streamline the buying and selling of second-hand items. With a user-friendly interface and a focus on simplicity, Runway Ready offers a convenient and efficient solution for individuals looking to part with their pre-loved possessions or find unique treasures at great prices. Our platform caters to a wide range of products, from fashion and accessories to electronics, collectibles, and more, making it the go-to marketplace for both buyers and sellers.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095F6-A287-6D1A-9690-D0434B33D7D0}"/>
              </a:ext>
            </a:extLst>
          </p:cNvPr>
          <p:cNvSpPr txBox="1"/>
          <p:nvPr/>
        </p:nvSpPr>
        <p:spPr>
          <a:xfrm>
            <a:off x="2123728" y="1044025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AN AUCTION PLATFORM</a:t>
            </a:r>
          </a:p>
        </p:txBody>
      </p:sp>
    </p:spTree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292562"/>
            <a:ext cx="813690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Runway Ready addresses the common challenges associated with buying and selling second-hand items in an online marketplace. This platform solves several key problem statements:</a:t>
            </a:r>
          </a:p>
          <a:p>
            <a:pPr algn="l"/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2800"/>
            </a:pPr>
            <a:r>
              <a:rPr lang="en-US" sz="2200" b="1" dirty="0">
                <a:latin typeface="Söhne"/>
              </a:rPr>
              <a:t>1.</a:t>
            </a:r>
            <a:r>
              <a:rPr lang="en-US" sz="2200" b="1" i="0" kern="1200" dirty="0">
                <a:effectLst/>
                <a:latin typeface="Söhne"/>
                <a:ea typeface="+mn-ea"/>
                <a:cs typeface="+mn-cs"/>
              </a:rPr>
              <a:t>Uniqueness and Variety:</a:t>
            </a:r>
            <a:r>
              <a:rPr lang="en-US" sz="2200" b="0" i="0" kern="1200" dirty="0">
                <a:effectLst/>
                <a:latin typeface="Söhne"/>
                <a:ea typeface="+mn-ea"/>
                <a:cs typeface="+mn-cs"/>
              </a:rPr>
              <a:t> Runway Ready caters to a wide range of products, allowing users to discover unique items that may not be readily available in traditional marketplaces.</a:t>
            </a:r>
            <a:endParaRPr lang="en-IN" sz="22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Söhne"/>
              </a:rPr>
              <a:t>2.</a:t>
            </a:r>
            <a:r>
              <a:rPr lang="en-US" sz="2200" b="1" i="0" kern="1200" dirty="0">
                <a:effectLst/>
                <a:latin typeface="Söhne"/>
                <a:ea typeface="+mn-ea"/>
                <a:cs typeface="+mn-cs"/>
              </a:rPr>
              <a:t>Cost-Effective Shopping:</a:t>
            </a:r>
            <a:r>
              <a:rPr lang="en-US" sz="2200" b="0" i="0" kern="1200" dirty="0">
                <a:effectLst/>
                <a:latin typeface="Söhne"/>
                <a:ea typeface="+mn-ea"/>
                <a:cs typeface="+mn-cs"/>
              </a:rPr>
              <a:t> Buyers can find high-quality second-hand items at competitive prices, helping them save and earn simultaneously.</a:t>
            </a:r>
            <a:endParaRPr lang="en-IN" sz="22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Söhne"/>
              </a:rPr>
              <a:t>3.</a:t>
            </a:r>
            <a:r>
              <a:rPr lang="en-US" sz="2200" b="1" i="0" kern="1200" dirty="0">
                <a:effectLst/>
                <a:latin typeface="Söhne"/>
                <a:ea typeface="+mn-ea"/>
                <a:cs typeface="+mn-cs"/>
              </a:rPr>
              <a:t>Engaging Auction Experience:</a:t>
            </a:r>
            <a:r>
              <a:rPr lang="en-US" sz="2200" b="0" i="0" kern="1200" dirty="0">
                <a:effectLst/>
                <a:latin typeface="Söhne"/>
                <a:ea typeface="+mn-ea"/>
                <a:cs typeface="+mn-cs"/>
              </a:rPr>
              <a:t> Runway Ready brings the excitement of traditional auctions to the online space, creating an engaging, interactive experience for users who enjoy the thrill of bidding.</a:t>
            </a:r>
            <a:endParaRPr lang="en-IN" sz="2200" dirty="0">
              <a:effectLst/>
            </a:endParaRPr>
          </a:p>
          <a:p>
            <a:pPr algn="l"/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88640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261204"/>
            <a:ext cx="813690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an innovative auction platform created as a captivating college project and presentation. Built using  HTML, CSS &amp; JS. Runway Ready showcases the power of design and creativity in web development. Our platform is a testament to the potential of these fundamental web technologies, providing a user-friendly and visually engaging space for buyers and sellers to connect. Whether you're a fashion enthusiast, collector, or just someone with an eye for style, Runway Ready is your go-to destination for thrilling auctions and fabulous finds. </a:t>
            </a:r>
          </a:p>
        </p:txBody>
      </p:sp>
    </p:spTree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16632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24744"/>
            <a:ext cx="81369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Runway Ready</a:t>
            </a:r>
            <a:r>
              <a:rPr lang="en-US" sz="28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developed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HTML, CSS and JavaScript, offers a host of key features:</a:t>
            </a:r>
          </a:p>
          <a:p>
            <a:pPr algn="l"/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Design: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intuitive and visually engaging interface.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2.Item Listings: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Easy-to-use forms for sellers to list items.</a:t>
            </a:r>
          </a:p>
          <a:p>
            <a:pPr algn="l"/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3.Real-Time Bidding: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Which helps user to get an engaging bidding experience.</a:t>
            </a:r>
          </a:p>
          <a:p>
            <a:pPr algn="l">
              <a:buFont typeface="+mj-lt"/>
              <a:buAutoNum type="arabicPeriod"/>
            </a:pPr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A9271-0BDD-DBEF-0698-7E759F32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05" y="1844824"/>
            <a:ext cx="7839611" cy="45819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D3F01-FAB2-ECCB-5596-A6CB3E816135}"/>
              </a:ext>
            </a:extLst>
          </p:cNvPr>
          <p:cNvSpPr txBox="1"/>
          <p:nvPr/>
        </p:nvSpPr>
        <p:spPr>
          <a:xfrm>
            <a:off x="467544" y="1052736"/>
            <a:ext cx="4896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MAIN PAGE</a:t>
            </a:r>
          </a:p>
        </p:txBody>
      </p:sp>
    </p:spTree>
  </p:cSld>
  <p:clrMapOvr>
    <a:masterClrMapping/>
  </p:clrMapOvr>
  <p:transition advTm="4000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ECD42C-8BBE-4F0A-966A-BAE48308BDD4}"/>
              </a:ext>
            </a:extLst>
          </p:cNvPr>
          <p:cNvSpPr/>
          <p:nvPr/>
        </p:nvSpPr>
        <p:spPr>
          <a:xfrm>
            <a:off x="251520" y="1033572"/>
            <a:ext cx="86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3200"/>
            </a:pPr>
            <a:r>
              <a:rPr lang="en-US" sz="28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NAV-BARS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5AB67-0CEA-7FEB-CB2F-4E89CAFF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71" y="3083131"/>
            <a:ext cx="5011658" cy="2738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41B89F-5337-1D7B-D441-D9FC2FCC2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615" y="3021860"/>
            <a:ext cx="1857518" cy="1703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81C5BF-2C5A-22D2-EF39-527C7FF0D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" y="3039495"/>
            <a:ext cx="1857519" cy="1685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A77C0A-4B2D-E53C-B602-182CDE85E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47991"/>
            <a:ext cx="9144000" cy="47695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C0747E-0E9E-1E21-6FA7-3BF372BDA29B}"/>
              </a:ext>
            </a:extLst>
          </p:cNvPr>
          <p:cNvCxnSpPr/>
          <p:nvPr/>
        </p:nvCxnSpPr>
        <p:spPr>
          <a:xfrm flipH="1">
            <a:off x="5292080" y="1772816"/>
            <a:ext cx="1584176" cy="67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E51DA-3049-E194-234D-6A4B10D91AF0}"/>
              </a:ext>
            </a:extLst>
          </p:cNvPr>
          <p:cNvCxnSpPr/>
          <p:nvPr/>
        </p:nvCxnSpPr>
        <p:spPr>
          <a:xfrm flipH="1" flipV="1">
            <a:off x="1043608" y="4869160"/>
            <a:ext cx="88711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B760FF-2F3A-F132-1102-B48A2650AF26}"/>
              </a:ext>
            </a:extLst>
          </p:cNvPr>
          <p:cNvCxnSpPr/>
          <p:nvPr/>
        </p:nvCxnSpPr>
        <p:spPr>
          <a:xfrm flipV="1">
            <a:off x="7380312" y="4839695"/>
            <a:ext cx="648072" cy="67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7B7DCF-F904-416A-0163-CDFCAFBB129C}"/>
              </a:ext>
            </a:extLst>
          </p:cNvPr>
          <p:cNvCxnSpPr/>
          <p:nvPr/>
        </p:nvCxnSpPr>
        <p:spPr>
          <a:xfrm>
            <a:off x="2915816" y="3356992"/>
            <a:ext cx="864096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4F6DC6-4F9F-E1C7-C280-792B55FEE777}"/>
              </a:ext>
            </a:extLst>
          </p:cNvPr>
          <p:cNvCxnSpPr/>
          <p:nvPr/>
        </p:nvCxnSpPr>
        <p:spPr>
          <a:xfrm flipH="1">
            <a:off x="5004048" y="3429000"/>
            <a:ext cx="864096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7664D4-9790-674E-5BDA-82188F39F941}"/>
              </a:ext>
            </a:extLst>
          </p:cNvPr>
          <p:cNvSpPr txBox="1"/>
          <p:nvPr/>
        </p:nvSpPr>
        <p:spPr>
          <a:xfrm>
            <a:off x="3750630" y="4005064"/>
            <a:ext cx="168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CENTER NAV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EC4CCF-C491-D9FD-7ED8-0C4D96B99918}"/>
              </a:ext>
            </a:extLst>
          </p:cNvPr>
          <p:cNvSpPr txBox="1"/>
          <p:nvPr/>
        </p:nvSpPr>
        <p:spPr>
          <a:xfrm>
            <a:off x="1547664" y="557994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NAV1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7F5A67-228A-1A79-2D58-8BE65DD6743C}"/>
              </a:ext>
            </a:extLst>
          </p:cNvPr>
          <p:cNvSpPr txBox="1"/>
          <p:nvPr/>
        </p:nvSpPr>
        <p:spPr>
          <a:xfrm>
            <a:off x="6948264" y="5507940"/>
            <a:ext cx="88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NAV2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6B2954-04DF-605C-8A9F-ED8BE6D87695}"/>
              </a:ext>
            </a:extLst>
          </p:cNvPr>
          <p:cNvSpPr txBox="1"/>
          <p:nvPr/>
        </p:nvSpPr>
        <p:spPr>
          <a:xfrm>
            <a:off x="6876256" y="154750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MAIN NAV</a:t>
            </a:r>
          </a:p>
        </p:txBody>
      </p:sp>
    </p:spTree>
    <p:extLst>
      <p:ext uri="{BB962C8B-B14F-4D97-AF65-F5344CB8AC3E}">
        <p14:creationId xmlns:p14="http://schemas.microsoft.com/office/powerpoint/2010/main" val="317920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2C1BE4-5FE4-2169-043A-A12E3614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132856"/>
            <a:ext cx="8341135" cy="36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FF4B94-A6E6-6B43-5546-4A8D0A5FFA55}"/>
              </a:ext>
            </a:extLst>
          </p:cNvPr>
          <p:cNvSpPr txBox="1"/>
          <p:nvPr/>
        </p:nvSpPr>
        <p:spPr>
          <a:xfrm>
            <a:off x="755576" y="1196752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A VIDEO EMBEDDED IN THE CENTER OF NAV BARS</a:t>
            </a:r>
          </a:p>
        </p:txBody>
      </p:sp>
    </p:spTree>
    <p:extLst>
      <p:ext uri="{BB962C8B-B14F-4D97-AF65-F5344CB8AC3E}">
        <p14:creationId xmlns:p14="http://schemas.microsoft.com/office/powerpoint/2010/main" val="77755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FF4B94-A6E6-6B43-5546-4A8D0A5FFA55}"/>
              </a:ext>
            </a:extLst>
          </p:cNvPr>
          <p:cNvSpPr txBox="1"/>
          <p:nvPr/>
        </p:nvSpPr>
        <p:spPr>
          <a:xfrm>
            <a:off x="755576" y="1196752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CATEGORIES SECTIONS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D3B8F-9118-455A-473F-0F3666DDA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6" y="2204864"/>
            <a:ext cx="7956376" cy="386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55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FF4B94-A6E6-6B43-5546-4A8D0A5FFA55}"/>
              </a:ext>
            </a:extLst>
          </p:cNvPr>
          <p:cNvSpPr txBox="1"/>
          <p:nvPr/>
        </p:nvSpPr>
        <p:spPr>
          <a:xfrm>
            <a:off x="719571" y="1321604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FOOTER SECTION OF THE 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034615-DF01-F620-3DEB-8A1CE00F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16" y="2564904"/>
            <a:ext cx="7965767" cy="338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71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772816"/>
            <a:ext cx="81369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1.Implement a countdown timer for auctions to create excitement.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2.Allow users to set auto-bids to automatically bid up to a certain amount.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3.Add a seller rating system based on successfully auctions</a:t>
            </a:r>
          </a:p>
        </p:txBody>
      </p:sp>
    </p:spTree>
  </p:cSld>
  <p:clrMapOvr>
    <a:masterClrMapping/>
  </p:clrMapOvr>
  <p:transition advTm="4000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424965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Runway Ready is not just an auction platform; it's a vision of simplicity, trust, and style. Developed with HTML, CSS and JavaScript. This platform is a solution to common challenges in the world of buying and selling second-hand items. It offers a user-friendly design, real-time bidding, secure payments, and a range of interactive features that enhance the user experience.</a:t>
            </a:r>
            <a:endParaRPr lang="en-US" sz="32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u="sng" dirty="0">
                <a:latin typeface="Times New Roman" pitchFamily="18" charset="0"/>
                <a:cs typeface="Times New Roman" pitchFamily="18" charset="0"/>
              </a:rPr>
              <a:t>FONT AWESOME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-for using icons like search icon, cart icon etc.</a:t>
            </a:r>
          </a:p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u="sng" dirty="0">
                <a:latin typeface="Times New Roman" pitchFamily="18" charset="0"/>
                <a:cs typeface="Times New Roman" pitchFamily="18" charset="0"/>
              </a:rPr>
              <a:t>CANVA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used to create logo or some images.</a:t>
            </a:r>
          </a:p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u="sng" dirty="0">
                <a:latin typeface="Times New Roman" pitchFamily="18" charset="0"/>
                <a:cs typeface="Times New Roman" pitchFamily="18" charset="0"/>
              </a:rPr>
              <a:t>PINTREST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– used to make site beautiful by using images of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pintrest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</TotalTime>
  <Words>594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Söhne</vt:lpstr>
      <vt:lpstr>Times New Roman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Vivek bhatt</cp:lastModifiedBy>
  <cp:revision>52</cp:revision>
  <dcterms:created xsi:type="dcterms:W3CDTF">2022-12-12T14:14:34Z</dcterms:created>
  <dcterms:modified xsi:type="dcterms:W3CDTF">2023-12-07T06:44:39Z</dcterms:modified>
</cp:coreProperties>
</file>